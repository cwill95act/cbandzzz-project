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4572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Multi-Agent Debate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C4DE"/>
                </a:solidFill>
              </a:rPr>
              <a:t>Can AI characters change each other's minds?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0C4DE"/>
                </a:solidFill>
              </a:rPr>
              <a:t>Topic: Should students use AI tools in education?
5 Trials  ·  5 Rounds each  ·  4 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023360"/>
            <a:ext cx="2560320" cy="50292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Alice — Optimistic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4023360"/>
            <a:ext cx="2560320" cy="502920"/>
          </a:xfrm>
          <a:prstGeom prst="rect">
            <a:avLst/>
          </a:prstGeom>
          <a:solidFill>
            <a:srgbClr val="E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Bob — Skeptical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4023360"/>
            <a:ext cx="2560320" cy="502920"/>
          </a:xfrm>
          <a:prstGeom prst="rect">
            <a:avLst/>
          </a:prstGeom>
          <a:solidFill>
            <a:srgbClr val="6DB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Carol — Mediator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4023360"/>
            <a:ext cx="25603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David — Cautious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B8A"/>
                </a:solidFill>
              </a:rPr>
              <a:t>Powered by Claude claude-sonnet-4-6  · 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the Simulation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41148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2148840" cy="5212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1  Set up characters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74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Four AI personas are created with different starting beliefs and goals about AI in education.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097280"/>
            <a:ext cx="2148840" cy="5212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2  Run a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1874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Each character reads what others said, thinks about it, updates their own belief, and writes a new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097280"/>
            <a:ext cx="2148840" cy="5212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3 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54480"/>
            <a:ext cx="1874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Important moments are saved to each character's memory so they can reference them in later rounds.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097280"/>
            <a:ext cx="2148840" cy="5212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4  Repeat × 5 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554480"/>
            <a:ext cx="1874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The debate continues for 5 rounds per trial, giving characters time to shift or hold their ground.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097280"/>
            <a:ext cx="2148840" cy="5212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5 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554480"/>
            <a:ext cx="1874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After all 5 trials finish, charts and summaries are generated to show what changed and why.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</a:rPr>
              <a:t>Each trial is fully independent — characters start fresh with no memory of previous trials.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Meet the Characters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41148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651760" cy="53035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651760" cy="50292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9BE8"/>
                </a:solidFill>
              </a:rPr>
              <a:t>Optimistic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Starting belief: AI tools can support learning and creativity, but I'm still figuring out where the right limits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023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Goal: Promote the benefits of AI in education while staying open to criticism.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1097280"/>
            <a:ext cx="2651760" cy="53035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7248" y="1097280"/>
            <a:ext cx="2651760" cy="502920"/>
          </a:xfrm>
          <a:prstGeom prst="rect">
            <a:avLst/>
          </a:prstGeom>
          <a:solidFill>
            <a:srgbClr val="E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1155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5C5C"/>
                </a:solidFill>
              </a:rPr>
              <a:t>Skeptical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87451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Starting belief: AI tools carry real risks of dependency and misuse, though I can imagine responsible use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4023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Goal: Surface the risks and blind spots in overly optimistic 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1097280"/>
            <a:ext cx="2651760" cy="53035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176" y="1097280"/>
            <a:ext cx="2651760" cy="502920"/>
          </a:xfrm>
          <a:prstGeom prst="rect">
            <a:avLst/>
          </a:prstGeom>
          <a:solidFill>
            <a:srgbClr val="6DB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1155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Carol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DBF6D"/>
                </a:solidFill>
              </a:rPr>
              <a:t>Mediator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187451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Starting belief: AI tools are useful, but schools need clear boundaries.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4023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Goal: Mediate between both sides and push the group toward balanced guidelines.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3104" y="1097280"/>
            <a:ext cx="2651760" cy="53035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33104" y="1097280"/>
            <a:ext cx="26517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11155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David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4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A623"/>
                </a:solidFill>
              </a:rPr>
              <a:t>Cautious Supporter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4" y="1874519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Starting belief: AI tools can help students, but only when used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4023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Goal: Support useful adoption of AI while emphasizing moderation.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Chart 1 — Did Their Opinions Change Each Round?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45720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Each line is one of the 5 debate trials. The Y-axis shows whether the character was supportive, balanced, or skeptical in that round. Overlapping lines mean the character behaved consistently no matter the trial.</a:t>
            </a:r>
          </a:p>
        </p:txBody>
      </p:sp>
      <p:pic>
        <p:nvPicPr>
          <p:cNvPr id="5" name="Picture 4" descr="stanc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Chart 2 — Did the Group Start Agreeing Over Time?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4572000" cy="38100"/>
          </a:xfrm>
          <a:prstGeom prst="rect">
            <a:avLst/>
          </a:prstGeom>
          <a:solidFill>
            <a:srgbClr val="6DB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Lower values = the 4 characters' opinions are closer together. A downward curve means the debate brought them toward agreement. A flat or rising curve means they stayed divided.</a:t>
            </a:r>
          </a:p>
        </p:txBody>
      </p:sp>
      <p:pic>
        <p:nvPicPr>
          <p:cNvPr id="5" name="Picture 4" descr="convergen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326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Chart 3 — Who Was Convincing Whom?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Arrows point from the influencer to the person they moved. Thicker arrows = that influence happened more often across all 5 trials. The number on each arrow is the total count.</a:t>
            </a:r>
          </a:p>
        </p:txBody>
      </p:sp>
      <p:pic>
        <p:nvPicPr>
          <p:cNvPr id="5" name="Picture 4" descr="influenc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7315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Chart 4 — How Much Did Each Character Actually Change?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4572000" cy="38100"/>
          </a:xfrm>
          <a:prstGeom prst="rect">
            <a:avLst/>
          </a:prstGeom>
          <a:solidFill>
            <a:srgbClr val="E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0 = no change from starting belief. 1 = completely shifted. The shaded band shows how consistent this was — a wide band means some trials moved them a lot, others barely at all.</a:t>
            </a:r>
          </a:p>
        </p:txBody>
      </p:sp>
      <p:pic>
        <p:nvPicPr>
          <p:cNvPr id="5" name="Picture 4" descr="belief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Chart 5 — Which Topics Kept Coming Up?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36576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Each circle pair compares two consecutive trials. The overlapping center = topics both sessions discussed. The outer edges = topics unique to just one trial.</a:t>
            </a:r>
          </a:p>
        </p:txBody>
      </p:sp>
      <p:pic>
        <p:nvPicPr>
          <p:cNvPr id="5" name="Picture 4" descr="ve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Broad agreement emerged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Across all 5 trials, every character ended up agreeing that AI in schools requires careful guidelines and a strong focus on preserving students' critical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4328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C5C"/>
                </a:solidFill>
              </a:rPr>
              <a:t>Bob was the hardest to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Bob (the skeptic) held his ground most consistently — his belief that AI poses real cognitive risks stayed firm in nearly every trial.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336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BF6D"/>
                </a:solidFill>
              </a:rPr>
              <a:t>Carol and David drove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Carol (mediator) and David (cautious supporter) were the characters most likely to shift toward common ground, helping pull the group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24344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Critical thinking was universal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504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The theme of 'critical thinking' appeared in all 5 trials without exception — it was the single most consistent topic the simulation gravitated toward.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74352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Over-reliance was the core fear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Even the supportive characters (Alice, Carol) ended up worried about students becoming too dependent on AI — the risk of over-reliance outlasted any initial optimism.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Each Character Ended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36576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Final beliefs from the last trial: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577840" cy="2377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64592" cy="237744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9BE8"/>
                </a:solidFill>
              </a:rPr>
              <a:t>Alice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92808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"AI tools must be integrated with structured activities that explicitly foster independent learning and critical evaluation, with a focus on preventing passive acceptance of AI-generated content."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577840" cy="2377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164592" cy="2377440"/>
          </a:xfrm>
          <a:prstGeom prst="rect">
            <a:avLst/>
          </a:prstGeom>
          <a:solidFill>
            <a:srgbClr val="E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270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C5C"/>
                </a:solidFill>
              </a:rPr>
              <a:t>Bob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92808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"I now recognize the importance of actively guarding against students developing an unhealthy dependence on AI-generated responses."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77640"/>
            <a:ext cx="5577840" cy="2377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77640"/>
            <a:ext cx="164592" cy="2377440"/>
          </a:xfrm>
          <a:prstGeom prst="rect">
            <a:avLst/>
          </a:prstGeom>
          <a:solidFill>
            <a:srgbClr val="6DB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087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DBF6D"/>
                </a:solidFill>
              </a:rPr>
              <a:t>Carol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453128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"Schools must prioritize developing students’ critical thinking skills alongside the use of AI tools."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77640"/>
            <a:ext cx="5577840" cy="2377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77640"/>
            <a:ext cx="164592" cy="2377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087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</a:rPr>
              <a:t>David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453128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"AI tools can assist students effectively only when designed to actively promote critical thinking skills and necessitate deliberate questioning, particularly regarding the potential for passive acceptance of AI responses."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Overall Consensus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2743200" cy="38100"/>
          </a:xfrm>
          <a:prstGeom prst="rect">
            <a:avLst/>
          </a:prstGeom>
          <a:solidFill>
            <a:srgbClr val="6DB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43891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Across all 5 trials, a clear consensus emerged: AI tools can be valuable in education, but only when implemented with strong safeguards for critical thinking.
All four characters — even the initially optimistic ones — converged on the view that students must be actively taught to evaluate and question AI-generated content, rather than passively accepting it.
The biggest remaining disagreement was about degree of risk: Bob and David stayed more alarmed about long-term cognitive harm, while Alice and Carol leaned toward cautious optimism.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235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BF6D"/>
                </a:solidFill>
              </a:rPr>
              <a:t>✓  Critical thinking must be actively protected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916168"/>
            <a:ext cx="100584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91616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BF6D"/>
                </a:solidFill>
              </a:rPr>
              <a:t>✓  Clear guidelines are non-negotiable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6208776"/>
            <a:ext cx="100584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620877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BF6D"/>
                </a:solidFill>
              </a:rPr>
              <a:t>✓  AI as a tool — not a replacement for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6501384"/>
            <a:ext cx="100584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5013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BF6D"/>
                </a:solidFill>
              </a:rPr>
              <a:t>✓  Over-reliance is the central risk to manage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This Experiment Demonstrates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4572000" cy="381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BE8"/>
                </a:solidFill>
              </a:rPr>
              <a:t>AI agents can hold genuine opinions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Each character maintained a consistent worldview across multiple trials, not just outputting generic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4328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BF6D"/>
                </a:solidFill>
              </a:rPr>
              <a:t>Beliefs can change through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Characters demonstrably updated their stated beliefs in response to arguments made by others — not randomly, but logically.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336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Memory makes debates richer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With persistent memory, characters referenced earlier points later in the debate, creating realistic back-and-forth.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24344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C5C"/>
                </a:solidFill>
              </a:rPr>
              <a:t>Consensus is possible — but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504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Even with only 4 characters, full agreement was never reached. Some tension always remained, just like real debates.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74352" y="1097280"/>
            <a:ext cx="2148840" cy="53949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120700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C4DE"/>
                </a:solidFill>
              </a:rPr>
              <a:t>This is a research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1554480"/>
            <a:ext cx="1874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This simulation can stress-test any policy question, stakeholder position, or design decision by letting AI personas argue it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45720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DE"/>
                </a:solidFill>
              </a:rPr>
              <a:t>5 trials  ·  5 rounds each  ·  4 characters  ·  1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DBF6D"/>
                </a:solidFill>
              </a:rPr>
              <a:t>AI tools can help — but only with guardrails.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B8A"/>
                </a:solidFill>
              </a:rPr>
              <a:t>Built with Claude claude-sonnet-4-6 + Python  ·  github.com/christopherwilliams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